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6" r:id="rId2"/>
    <p:sldId id="261" r:id="rId3"/>
    <p:sldId id="262" r:id="rId4"/>
    <p:sldId id="263" r:id="rId5"/>
    <p:sldId id="264" r:id="rId6"/>
    <p:sldId id="265" r:id="rId7"/>
    <p:sldId id="271" r:id="rId8"/>
    <p:sldId id="272" r:id="rId9"/>
    <p:sldId id="273" r:id="rId10"/>
    <p:sldId id="274" r:id="rId11"/>
    <p:sldId id="275" r:id="rId12"/>
    <p:sldId id="266" r:id="rId13"/>
    <p:sldId id="267" r:id="rId14"/>
    <p:sldId id="277" r:id="rId15"/>
    <p:sldId id="278" r:id="rId16"/>
    <p:sldId id="279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0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Domain learning and setup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FD dashboard development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Backend API integration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9F7249CA-27F7-4138-95B0-286F2377F078}">
      <dgm:prSet/>
      <dgm:spPr/>
      <dgm:t>
        <a:bodyPr/>
        <a:lstStyle/>
        <a:p>
          <a:r>
            <a:rPr lang="en-IN" dirty="0"/>
            <a:t>Testing and refinement</a:t>
          </a:r>
        </a:p>
      </dgm:t>
    </dgm:pt>
    <dgm:pt modelId="{3D4F1FD3-C0B6-41CF-B1FF-4D57237868AA}" type="parTrans" cxnId="{AF69F25F-5462-4A7D-A99B-30FFE865CF33}">
      <dgm:prSet/>
      <dgm:spPr/>
      <dgm:t>
        <a:bodyPr/>
        <a:lstStyle/>
        <a:p>
          <a:endParaRPr lang="en-IN"/>
        </a:p>
      </dgm:t>
    </dgm:pt>
    <dgm:pt modelId="{42DCF20F-1500-4908-9C63-93BDFAD56EC8}" type="sibTrans" cxnId="{AF69F25F-5462-4A7D-A99B-30FFE865CF33}">
      <dgm:prSet/>
      <dgm:spPr/>
      <dgm:t>
        <a:bodyPr/>
        <a:lstStyle/>
        <a:p>
          <a:endParaRPr lang="en-IN"/>
        </a:p>
      </dgm:t>
    </dgm:pt>
    <dgm:pt modelId="{C268653F-6C75-4C0A-8A80-FC3888DCC28E}">
      <dgm:prSet/>
      <dgm:spPr/>
      <dgm:t>
        <a:bodyPr/>
        <a:lstStyle/>
        <a:p>
          <a:r>
            <a:rPr lang="en-IN" dirty="0"/>
            <a:t>Complete system delivery</a:t>
          </a:r>
        </a:p>
      </dgm:t>
    </dgm:pt>
    <dgm:pt modelId="{5AAFB564-53C4-4B73-BD46-008DCDFF05CF}" type="parTrans" cxnId="{1247D85A-BEA9-4884-A1A4-32B0464C29D2}">
      <dgm:prSet/>
      <dgm:spPr/>
      <dgm:t>
        <a:bodyPr/>
        <a:lstStyle/>
        <a:p>
          <a:endParaRPr lang="en-IN"/>
        </a:p>
      </dgm:t>
    </dgm:pt>
    <dgm:pt modelId="{70806959-82B7-4AE4-B528-7B3E115E4AA0}" type="sibTrans" cxnId="{1247D85A-BEA9-4884-A1A4-32B0464C29D2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BA320FA1-B6D2-478D-96DD-58C9836BCD9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729A532A-8049-4ACB-BDDD-83D21436B450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E1C8EB3-CDB2-4164-95FB-8EA3F344F3DA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B0888D31-FC1F-4554-9E09-40C694498A00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1AAC8CDB-31B3-48E8-9B14-293E1B2FC2F0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3879809-BF7D-4E77-B4F3-1527D7B3CFA9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739A29E1-6D1F-4E28-9038-3F3163388898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BBD6722D-4B9E-4F2E-A764-BD479EC1A3EB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04F3386-D884-413D-9073-181C01E87606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3A4369DD-7BE8-4384-89AF-AC03412E6A94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4B0CC2B9-F0AF-40F2-8EA7-6B9501767701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2F879F8-5A46-4CD5-9849-78E9AF05FA8F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9DE9FF09-EAA3-45C9-8534-1616889773BF}" type="presOf" srcId="{D471E45F-B026-44AA-9616-57E786AE80AF}" destId="{1C91D7E3-8940-4A33-9182-677DD5415901}" srcOrd="1" destOrd="0" presId="urn:microsoft.com/office/officeart/2011/layout/InterconnectedBlockProcess"/>
    <dgm:cxn modelId="{1BAC911C-62C1-4E37-A405-A11DB98235B5}" type="presOf" srcId="{73DB572E-062D-41AD-8033-D361B8E583DB}" destId="{BBD6722D-4B9E-4F2E-A764-BD479EC1A3EB}" srcOrd="1" destOrd="0" presId="urn:microsoft.com/office/officeart/2011/layout/InterconnectedBlockProcess"/>
    <dgm:cxn modelId="{C8D13C22-E416-447B-9B53-B1C13A497C72}" type="presOf" srcId="{5E92505A-51E0-4F78-B3C5-704ACF8710DE}" destId="{A3879809-BF7D-4E77-B4F3-1527D7B3CFA9}" srcOrd="0" destOrd="0" presId="urn:microsoft.com/office/officeart/2011/layout/InterconnectedBlockProcess"/>
    <dgm:cxn modelId="{1FBB8026-2956-4DEE-BC61-6AD6D699359A}" type="presOf" srcId="{C268653F-6C75-4C0A-8A80-FC3888DCC28E}" destId="{8CAE5A4D-0C7B-48A6-917B-0B8433D0574B}" srcOrd="0" destOrd="0" presId="urn:microsoft.com/office/officeart/2011/layout/InterconnectedBlockProcess"/>
    <dgm:cxn modelId="{57A45E5B-1DF5-4A19-990F-C849A2205A42}" type="presOf" srcId="{9FED87C4-3F3B-4A18-9185-9F80CFEDEA2E}" destId="{4B0CC2B9-F0AF-40F2-8EA7-6B9501767701}" srcOrd="1" destOrd="0" presId="urn:microsoft.com/office/officeart/2011/layout/InterconnectedBlockProcess"/>
    <dgm:cxn modelId="{AF69F25F-5462-4A7D-A99B-30FFE865CF33}" srcId="{5E92505A-51E0-4F78-B3C5-704ACF8710DE}" destId="{9F7249CA-27F7-4138-95B0-286F2377F078}" srcOrd="0" destOrd="0" parTransId="{3D4F1FD3-C0B6-41CF-B1FF-4D57237868AA}" sibTransId="{42DCF20F-1500-4908-9C63-93BDFAD56EC8}"/>
    <dgm:cxn modelId="{A2B07242-0CDD-4001-910B-2B7461AA9795}" type="presOf" srcId="{D471E45F-B026-44AA-9616-57E786AE80AF}" destId="{A134CDD1-D85F-44EF-8BEE-9F99A855C1E6}" srcOrd="0" destOrd="0" presId="urn:microsoft.com/office/officeart/2011/layout/InterconnectedBlockProcess"/>
    <dgm:cxn modelId="{B87C7451-686C-445D-98E2-16619535BADB}" type="presOf" srcId="{988D96B0-D16E-4763-B393-84178CF4FF50}" destId="{65257024-FAC0-4522-B139-1CC85B547BE8}" srcOrd="0" destOrd="0" presId="urn:microsoft.com/office/officeart/2011/layout/InterconnectedBlockProcess"/>
    <dgm:cxn modelId="{53AE9F79-8504-4DB1-BE88-BC106D1689FC}" type="presOf" srcId="{A59EC69B-8F3F-425B-819F-E8C557946AEE}" destId="{C04F3386-D884-413D-9073-181C01E87606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1247D85A-BEA9-4884-A1A4-32B0464C29D2}" srcId="{65C051F6-A849-4495-A964-CD4C650B9C06}" destId="{C268653F-6C75-4C0A-8A80-FC3888DCC28E}" srcOrd="0" destOrd="0" parTransId="{5AAFB564-53C4-4B73-BD46-008DCDFF05CF}" sibTransId="{70806959-82B7-4AE4-B528-7B3E115E4AA0}"/>
    <dgm:cxn modelId="{91F0ED7C-2DFF-4C4F-805F-5F13B551CC62}" type="presOf" srcId="{C268653F-6C75-4C0A-8A80-FC3888DCC28E}" destId="{729A532A-8049-4ACB-BDDD-83D21436B450}" srcOrd="1" destOrd="0" presId="urn:microsoft.com/office/officeart/2011/layout/InterconnectedBlockProcess"/>
    <dgm:cxn modelId="{4B695C91-9E3F-40C3-9AFE-B98C9407AEC3}" type="presOf" srcId="{73DB572E-062D-41AD-8033-D361B8E583DB}" destId="{2532504F-5FE1-4C97-B485-F05E8885EACC}" srcOrd="0" destOrd="0" presId="urn:microsoft.com/office/officeart/2011/layout/InterconnectedBlockProcess"/>
    <dgm:cxn modelId="{6737E292-E476-403A-8EC7-2887E2704A01}" type="presOf" srcId="{65C051F6-A849-4495-A964-CD4C650B9C06}" destId="{7E1C8EB3-CDB2-4164-95FB-8EA3F344F3DA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E21D98A4-1EFE-4EF3-AEEF-882F4F500E2F}" type="presOf" srcId="{9F7249CA-27F7-4138-95B0-286F2377F078}" destId="{1AAC8CDB-31B3-48E8-9B14-293E1B2FC2F0}" srcOrd="1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E58D7CDB-1838-45E4-9F1B-30733825B7F2}" type="presOf" srcId="{7B3055AA-BF7C-46D0-9A9E-60087B9F57B4}" destId="{22F879F8-5A46-4CD5-9849-78E9AF05FA8F}" srcOrd="0" destOrd="0" presId="urn:microsoft.com/office/officeart/2011/layout/InterconnectedBlockProcess"/>
    <dgm:cxn modelId="{53DCE6DB-6CE2-4334-A4AA-BA4115735EF6}" type="presOf" srcId="{9F7249CA-27F7-4138-95B0-286F2377F078}" destId="{FC0F1314-3294-4A8C-8DCE-EB53E236164C}" srcOrd="0" destOrd="0" presId="urn:microsoft.com/office/officeart/2011/layout/InterconnectedBlockProcess"/>
    <dgm:cxn modelId="{0029C9DF-61A0-4356-A624-1FD191B314AC}" type="presOf" srcId="{9FED87C4-3F3B-4A18-9185-9F80CFEDEA2E}" destId="{06F8D57B-EDF4-4CF4-8700-DC2CA3E3028E}" srcOrd="0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5466842E-8D99-4F92-A830-D5033DDF4B34}" type="presParOf" srcId="{A6BCDA7B-D633-438F-B44D-CB4D60E5C492}" destId="{BA320FA1-B6D2-478D-96DD-58C9836BCD9B}" srcOrd="0" destOrd="0" presId="urn:microsoft.com/office/officeart/2011/layout/InterconnectedBlockProcess"/>
    <dgm:cxn modelId="{918A28B0-6062-476F-8F06-E415D1F0559A}" type="presParOf" srcId="{BA320FA1-B6D2-478D-96DD-58C9836BCD9B}" destId="{8CAE5A4D-0C7B-48A6-917B-0B8433D0574B}" srcOrd="0" destOrd="0" presId="urn:microsoft.com/office/officeart/2011/layout/InterconnectedBlockProcess"/>
    <dgm:cxn modelId="{69052362-C09C-407B-8AAB-E08B56FCA038}" type="presParOf" srcId="{A6BCDA7B-D633-438F-B44D-CB4D60E5C492}" destId="{729A532A-8049-4ACB-BDDD-83D21436B450}" srcOrd="1" destOrd="0" presId="urn:microsoft.com/office/officeart/2011/layout/InterconnectedBlockProcess"/>
    <dgm:cxn modelId="{558842EF-4BAC-4C3E-9396-74C2E4809CBA}" type="presParOf" srcId="{A6BCDA7B-D633-438F-B44D-CB4D60E5C492}" destId="{7E1C8EB3-CDB2-4164-95FB-8EA3F344F3DA}" srcOrd="2" destOrd="0" presId="urn:microsoft.com/office/officeart/2011/layout/InterconnectedBlockProcess"/>
    <dgm:cxn modelId="{09113F28-0DDA-442F-99B4-D25C1BED0DFC}" type="presParOf" srcId="{A6BCDA7B-D633-438F-B44D-CB4D60E5C492}" destId="{B0888D31-FC1F-4554-9E09-40C694498A00}" srcOrd="3" destOrd="0" presId="urn:microsoft.com/office/officeart/2011/layout/InterconnectedBlockProcess"/>
    <dgm:cxn modelId="{2EF4A67B-BF26-4311-9F29-6540CCDCAFEB}" type="presParOf" srcId="{B0888D31-FC1F-4554-9E09-40C694498A00}" destId="{FC0F1314-3294-4A8C-8DCE-EB53E236164C}" srcOrd="0" destOrd="0" presId="urn:microsoft.com/office/officeart/2011/layout/InterconnectedBlockProcess"/>
    <dgm:cxn modelId="{5C3C86E9-CD9A-40BC-81DB-BD05E6D3A008}" type="presParOf" srcId="{A6BCDA7B-D633-438F-B44D-CB4D60E5C492}" destId="{1AAC8CDB-31B3-48E8-9B14-293E1B2FC2F0}" srcOrd="4" destOrd="0" presId="urn:microsoft.com/office/officeart/2011/layout/InterconnectedBlockProcess"/>
    <dgm:cxn modelId="{D16C44FF-A815-4799-9050-8D1C31B3771D}" type="presParOf" srcId="{A6BCDA7B-D633-438F-B44D-CB4D60E5C492}" destId="{A3879809-BF7D-4E77-B4F3-1527D7B3CFA9}" srcOrd="5" destOrd="0" presId="urn:microsoft.com/office/officeart/2011/layout/InterconnectedBlockProcess"/>
    <dgm:cxn modelId="{3C331151-A54C-4A62-A77B-A407144E5164}" type="presParOf" srcId="{A6BCDA7B-D633-438F-B44D-CB4D60E5C492}" destId="{739A29E1-6D1F-4E28-9038-3F3163388898}" srcOrd="6" destOrd="0" presId="urn:microsoft.com/office/officeart/2011/layout/InterconnectedBlockProcess"/>
    <dgm:cxn modelId="{1114A770-4C9F-4A4C-9B84-E98F87DCE47B}" type="presParOf" srcId="{739A29E1-6D1F-4E28-9038-3F3163388898}" destId="{2532504F-5FE1-4C97-B485-F05E8885EACC}" srcOrd="0" destOrd="0" presId="urn:microsoft.com/office/officeart/2011/layout/InterconnectedBlockProcess"/>
    <dgm:cxn modelId="{5A17E5AB-6D01-4B70-A079-19110F8EAE35}" type="presParOf" srcId="{A6BCDA7B-D633-438F-B44D-CB4D60E5C492}" destId="{BBD6722D-4B9E-4F2E-A764-BD479EC1A3EB}" srcOrd="7" destOrd="0" presId="urn:microsoft.com/office/officeart/2011/layout/InterconnectedBlockProcess"/>
    <dgm:cxn modelId="{914DBFEE-8544-414E-9069-0CB5D9A09663}" type="presParOf" srcId="{A6BCDA7B-D633-438F-B44D-CB4D60E5C492}" destId="{C04F3386-D884-413D-9073-181C01E87606}" srcOrd="8" destOrd="0" presId="urn:microsoft.com/office/officeart/2011/layout/InterconnectedBlockProcess"/>
    <dgm:cxn modelId="{E0CF497A-44E3-481E-9225-F2E4D1B6947E}" type="presParOf" srcId="{A6BCDA7B-D633-438F-B44D-CB4D60E5C492}" destId="{3A4369DD-7BE8-4384-89AF-AC03412E6A94}" srcOrd="9" destOrd="0" presId="urn:microsoft.com/office/officeart/2011/layout/InterconnectedBlockProcess"/>
    <dgm:cxn modelId="{BED0D88A-57D5-4380-A2BC-DC847583CD69}" type="presParOf" srcId="{3A4369DD-7BE8-4384-89AF-AC03412E6A94}" destId="{06F8D57B-EDF4-4CF4-8700-DC2CA3E3028E}" srcOrd="0" destOrd="0" presId="urn:microsoft.com/office/officeart/2011/layout/InterconnectedBlockProcess"/>
    <dgm:cxn modelId="{A212FB6B-8F42-4243-9BC5-AD1BFDE52D05}" type="presParOf" srcId="{A6BCDA7B-D633-438F-B44D-CB4D60E5C492}" destId="{4B0CC2B9-F0AF-40F2-8EA7-6B9501767701}" srcOrd="10" destOrd="0" presId="urn:microsoft.com/office/officeart/2011/layout/InterconnectedBlockProcess"/>
    <dgm:cxn modelId="{1D131B64-A2A9-4EF2-87D2-0EFA2DCC2EB8}" type="presParOf" srcId="{A6BCDA7B-D633-438F-B44D-CB4D60E5C492}" destId="{22F879F8-5A46-4CD5-9849-78E9AF05FA8F}" srcOrd="11" destOrd="0" presId="urn:microsoft.com/office/officeart/2011/layout/InterconnectedBlockProcess"/>
    <dgm:cxn modelId="{E7538043-E103-4DAE-AB50-3FA71646FC43}" type="presParOf" srcId="{A6BCDA7B-D633-438F-B44D-CB4D60E5C492}" destId="{7305DF14-0FF5-45E4-8B19-015814092DBD}" srcOrd="12" destOrd="0" presId="urn:microsoft.com/office/officeart/2011/layout/InterconnectedBlockProcess"/>
    <dgm:cxn modelId="{A539AD07-B014-4F8B-A758-52F86BFB3DB8}" type="presParOf" srcId="{7305DF14-0FF5-45E4-8B19-015814092DBD}" destId="{A134CDD1-D85F-44EF-8BEE-9F99A855C1E6}" srcOrd="0" destOrd="0" presId="urn:microsoft.com/office/officeart/2011/layout/InterconnectedBlockProcess"/>
    <dgm:cxn modelId="{9B712F92-8174-4C0E-9BE1-B1A4ADD6ED1A}" type="presParOf" srcId="{A6BCDA7B-D633-438F-B44D-CB4D60E5C492}" destId="{1C91D7E3-8940-4A33-9182-677DD5415901}" srcOrd="13" destOrd="0" presId="urn:microsoft.com/office/officeart/2011/layout/InterconnectedBlockProcess"/>
    <dgm:cxn modelId="{199D07CA-9C5C-4033-AAEC-8D436848BE44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47625" rIns="47625" bIns="47625" numCol="1" spcCol="1270" anchor="t" anchorCtr="0">
          <a:noAutofit/>
        </a:bodyPr>
        <a:lstStyle/>
        <a:p>
          <a:pPr marL="0" lvl="0" indent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Complete system delivery</a:t>
          </a:r>
        </a:p>
      </dsp:txBody>
      <dsp:txXfrm>
        <a:off x="7335949" y="811639"/>
        <a:ext cx="1116055" cy="3246556"/>
      </dsp:txXfrm>
    </dsp:sp>
    <dsp:sp modelId="{7E1C8EB3-CDB2-4164-95FB-8EA3F344F3DA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47625" rIns="47625" bIns="47625" numCol="1" spcCol="1270" anchor="t" anchorCtr="0">
          <a:noAutofit/>
        </a:bodyPr>
        <a:lstStyle/>
        <a:p>
          <a:pPr marL="0" lvl="0" indent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Testing and refinement</a:t>
          </a:r>
        </a:p>
      </dsp:txBody>
      <dsp:txXfrm>
        <a:off x="6060823" y="811639"/>
        <a:ext cx="1116055" cy="3043646"/>
      </dsp:txXfrm>
    </dsp:sp>
    <dsp:sp modelId="{A3879809-BF7D-4E77-B4F3-1527D7B3CFA9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47625" rIns="47625" bIns="47625" numCol="1" spcCol="1270" anchor="t" anchorCtr="0">
          <a:noAutofit/>
        </a:bodyPr>
        <a:lstStyle/>
        <a:p>
          <a:pPr marL="0" lvl="0" indent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Backend API integration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2502" y="811639"/>
        <a:ext cx="1116055" cy="2840736"/>
      </dsp:txXfrm>
    </dsp:sp>
    <dsp:sp modelId="{C04F3386-D884-413D-9073-181C01E87606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47625" rIns="47625" bIns="47625" numCol="1" spcCol="1270" anchor="t" anchorCtr="0">
          <a:noAutofit/>
        </a:bodyPr>
        <a:lstStyle/>
        <a:p>
          <a:pPr marL="0" lvl="0" indent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FD dashboard development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04181" y="811639"/>
        <a:ext cx="1116055" cy="2637826"/>
      </dsp:txXfrm>
    </dsp:sp>
    <dsp:sp modelId="{22F879F8-5A46-4CD5-9849-78E9AF05FA8F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47625" rIns="47625" bIns="47625" numCol="1" spcCol="1270" anchor="t" anchorCtr="0">
          <a:noAutofit/>
        </a:bodyPr>
        <a:lstStyle/>
        <a:p>
          <a:pPr marL="0" lvl="0" indent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Domain learning and setup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06/02/2026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06-02-2026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06-02-2026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06-02-2026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06-02-2026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06-02-2026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06-02-2026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06-02-2026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06-02-2026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06-02-2026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06-02-2026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06-02-2026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7"/>
            <a:ext cx="5514300" cy="1902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lang="en-IN"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4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Dr.Megala</a:t>
            </a: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G</a:t>
            </a:r>
          </a:p>
          <a:p>
            <a:pPr lvl="4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4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4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dirty="0" err="1"/>
              <a:t>B.Tech</a:t>
            </a:r>
            <a:r>
              <a:rPr lang="en-US" sz="2000" dirty="0"/>
              <a:t> – Computer Science &amp; Engineering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sz="2000" dirty="0"/>
              <a:t>Dr. Blessed Prince P</a:t>
            </a:r>
            <a:endParaRPr lang="en-US" sz="2400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. Riya Sanjesh</a:t>
            </a:r>
            <a:endParaRPr lang="en-US" sz="2000" i="0" u="none" strike="noStrike" cap="none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Review-2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Real-Time Fixed Deposit Viewer Platform (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FinTechora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)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DHANUSH GOWDA B 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20221CSE0522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6742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BNP Paribas is a global banking organization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Headquartered in Paris, France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 in multiple countries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banking and financial services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MERN Stack Development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for database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 and Node.js backend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for frontend dashboard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 based communication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in development team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to fixed deposit module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reporting mentor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task reviews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existing project flow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finance domain basics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real-time data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coding standards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real-time FD viewer platform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live FD value growth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users track invested money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MERN stack skills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fixed deposit systems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Reviewed finance dashboards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 real-time tracking platforms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fixed deposit viewer platform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view active deposits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invested and maturity values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money growth over time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cannot track FD growth easily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FD view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scattered across platforms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a single tracking dashboard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database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and Express backend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frontend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FD tracking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money growth view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portfolio monitoring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dashboard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2161272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/>
              <a:t>https://github.com/dhanushbu2004/CSE7302-Internship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11F9EF-E4F8-1129-00B1-7276A7D01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06-02-2026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1602B1-CB10-A2E2-BE27-D683DA036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14</a:t>
            </a:fld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57D44F-AC74-2234-4658-9F0DAF2BF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1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399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1EBFA-3841-E7C3-ACFA-6DEED5CDA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C60059-DF98-3B5B-CEB0-19E78EC7EF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2BE2297-DC8B-48E6-B6D6-34773F9A5984}" type="datetime1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B472BB-A0B8-4C44-7E8E-8517E347F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32F6845-8F47-4AB8-B9CE-96D88E741707}" type="slidenum">
              <a:rPr lang="en-IN" smtClean="0"/>
              <a:pPr/>
              <a:t>15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6E44ED-5851-3509-4BED-C075A11ADF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0458"/>
            <a:ext cx="12192000" cy="616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060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47848-F4FF-C8D7-3B7B-0F5162DDF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C5F0AC-4DC0-2836-6E13-6C940B066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06-02-2026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5B507C-1DE7-CD60-11B5-2BD81E71F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16</a:t>
            </a:fld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BA83A8-A267-20B2-C99B-1812B364A3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2328"/>
            <a:ext cx="12192000" cy="619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190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17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7014</TotalTime>
  <Words>392</Words>
  <Application>Microsoft Office PowerPoint</Application>
  <PresentationFormat>Widescreen</PresentationFormat>
  <Paragraphs>107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</vt:lpstr>
      <vt:lpstr>Times New Roman</vt:lpstr>
      <vt:lpstr>Office Theme</vt:lpstr>
      <vt:lpstr>PowerPoint Presentation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Internship Road Map</vt:lpstr>
      <vt:lpstr>Github Link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UMESH B K</cp:lastModifiedBy>
  <cp:revision>719</cp:revision>
  <dcterms:created xsi:type="dcterms:W3CDTF">2022-10-14T07:18:17Z</dcterms:created>
  <dcterms:modified xsi:type="dcterms:W3CDTF">2026-02-06T16:40:30Z</dcterms:modified>
</cp:coreProperties>
</file>