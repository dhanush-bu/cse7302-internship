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l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Java basics, OOP concepts, Spring Boot introduction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l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development, REST APIs, database integration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l"/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and backend integration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B80EF386-C2CB-471F-B392-79484053E009}">
      <dgm:prSet custT="1"/>
      <dgm:spPr/>
      <dgm:t>
        <a:bodyPr/>
        <a:lstStyle/>
        <a:p>
          <a:pPr algn="l"/>
          <a:r>
            <a:rPr lang="en-US" sz="1800" dirty="0"/>
            <a:t>Testing, debugging and performance optimization</a:t>
          </a:r>
          <a:endParaRPr lang="en-IN" sz="1800" dirty="0"/>
        </a:p>
      </dgm:t>
    </dgm:pt>
    <dgm:pt modelId="{56411917-F751-44FF-8E6D-8896680C47B9}" type="parTrans" cxnId="{0CB34A51-4D73-45B4-9ABD-E9EC153BA52E}">
      <dgm:prSet/>
      <dgm:spPr/>
      <dgm:t>
        <a:bodyPr/>
        <a:lstStyle/>
        <a:p>
          <a:endParaRPr lang="en-IN"/>
        </a:p>
      </dgm:t>
    </dgm:pt>
    <dgm:pt modelId="{1C97247E-FCA5-40A8-BBD0-BAAF46C2C2D1}" type="sibTrans" cxnId="{0CB34A51-4D73-45B4-9ABD-E9EC153BA52E}">
      <dgm:prSet/>
      <dgm:spPr/>
      <dgm:t>
        <a:bodyPr/>
        <a:lstStyle/>
        <a:p>
          <a:endParaRPr lang="en-IN"/>
        </a:p>
      </dgm:t>
    </dgm:pt>
    <dgm:pt modelId="{BD499C38-EAE0-4E85-B47E-DED5663DF614}">
      <dgm:prSet custT="1"/>
      <dgm:spPr/>
      <dgm:t>
        <a:bodyPr/>
        <a:lstStyle/>
        <a:p>
          <a:pPr algn="l"/>
          <a:endParaRPr lang="en-IN" sz="1800"/>
        </a:p>
      </dgm:t>
    </dgm:pt>
    <dgm:pt modelId="{3B453B4B-64D6-406B-9704-0D12B6A0CBA6}" type="parTrans" cxnId="{82AD6EB2-3A1B-4CED-AC4B-26AF6C7F180D}">
      <dgm:prSet/>
      <dgm:spPr/>
      <dgm:t>
        <a:bodyPr/>
        <a:lstStyle/>
        <a:p>
          <a:endParaRPr lang="en-IN"/>
        </a:p>
      </dgm:t>
    </dgm:pt>
    <dgm:pt modelId="{3AE01B8D-FC84-4DA3-A174-202A53F410CD}" type="sibTrans" cxnId="{82AD6EB2-3A1B-4CED-AC4B-26AF6C7F180D}">
      <dgm:prSet/>
      <dgm:spPr/>
      <dgm:t>
        <a:bodyPr/>
        <a:lstStyle/>
        <a:p>
          <a:endParaRPr lang="en-IN"/>
        </a:p>
      </dgm:t>
    </dgm:pt>
    <dgm:pt modelId="{E05D41C9-7415-4CFB-8A5A-E6CA8DFC5C7A}">
      <dgm:prSet custT="1"/>
      <dgm:spPr/>
      <dgm:t>
        <a:bodyPr/>
        <a:lstStyle/>
        <a:p>
          <a:pPr algn="l"/>
          <a:r>
            <a:rPr lang="en-IN" sz="1800" dirty="0"/>
            <a:t>Project completion and documentation preparation</a:t>
          </a:r>
        </a:p>
      </dgm:t>
    </dgm:pt>
    <dgm:pt modelId="{71C1DCA8-66D0-42CD-88EE-B9FFB7656F4F}" type="parTrans" cxnId="{F3C4B558-EB25-43BB-A8A7-502995D1230F}">
      <dgm:prSet/>
      <dgm:spPr/>
      <dgm:t>
        <a:bodyPr/>
        <a:lstStyle/>
        <a:p>
          <a:endParaRPr lang="en-IN"/>
        </a:p>
      </dgm:t>
    </dgm:pt>
    <dgm:pt modelId="{F82E1A0D-2FCD-4AB7-9071-4B70093AB44E}" type="sibTrans" cxnId="{F3C4B558-EB25-43BB-A8A7-502995D1230F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 custScaleX="134059" custLinFactNeighborX="26277" custLinFactNeighborY="41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 custScaleX="130650" custLinFactNeighborX="27007" custLinFactNeighborY="7410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 custScaleX="124826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9E48BD1D-409C-49D5-A6C3-29613CB082AE}" type="presOf" srcId="{BD499C38-EAE0-4E85-B47E-DED5663DF614}" destId="{8CAE5A4D-0C7B-48A6-917B-0B8433D0574B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0CB34A51-4D73-45B4-9ABD-E9EC153BA52E}" srcId="{5E92505A-51E0-4F78-B3C5-704ACF8710DE}" destId="{B80EF386-C2CB-471F-B392-79484053E009}" srcOrd="0" destOrd="0" parTransId="{56411917-F751-44FF-8E6D-8896680C47B9}" sibTransId="{1C97247E-FCA5-40A8-BBD0-BAAF46C2C2D1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0E3C7474-08BB-42A0-B34A-D06750E35C76}" type="presOf" srcId="{B80EF386-C2CB-471F-B392-79484053E009}" destId="{98225A61-A0EC-450A-BED8-EF2E47E8FD18}" srcOrd="1" destOrd="0" presId="urn:microsoft.com/office/officeart/2011/layout/InterconnectedBlockProcess"/>
    <dgm:cxn modelId="{F3C4B558-EB25-43BB-A8A7-502995D1230F}" srcId="{65C051F6-A849-4495-A964-CD4C650B9C06}" destId="{E05D41C9-7415-4CFB-8A5A-E6CA8DFC5C7A}" srcOrd="1" destOrd="0" parTransId="{71C1DCA8-66D0-42CD-88EE-B9FFB7656F4F}" sibTransId="{F82E1A0D-2FCD-4AB7-9071-4B70093AB44E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250198E-CDD2-40D0-BD3C-54C94548F9D8}" type="presOf" srcId="{B80EF386-C2CB-471F-B392-79484053E009}" destId="{FC0F1314-3294-4A8C-8DCE-EB53E236164C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B2BE5FA4-917D-4C01-9F95-1901B1A45C54}" type="presOf" srcId="{E05D41C9-7415-4CFB-8A5A-E6CA8DFC5C7A}" destId="{8CAE5A4D-0C7B-48A6-917B-0B8433D0574B}" srcOrd="0" destOrd="1" presId="urn:microsoft.com/office/officeart/2011/layout/InterconnectedBlockProcess"/>
    <dgm:cxn modelId="{82AD6EB2-3A1B-4CED-AC4B-26AF6C7F180D}" srcId="{65C051F6-A849-4495-A964-CD4C650B9C06}" destId="{BD499C38-EAE0-4E85-B47E-DED5663DF614}" srcOrd="0" destOrd="0" parTransId="{3B453B4B-64D6-406B-9704-0D12B6A0CBA6}" sibTransId="{3AE01B8D-FC84-4DA3-A174-202A53F410CD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F3284BDE-D71F-4C84-B8B6-BE4E51764816}" type="presOf" srcId="{E05D41C9-7415-4CFB-8A5A-E6CA8DFC5C7A}" destId="{928B615F-0F8D-4140-A638-0FBB8F5BF1E9}" srcOrd="1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07749E5-54DD-404F-8FEA-F32C0E2F4511}" type="presOf" srcId="{BD499C38-EAE0-4E85-B47E-DED5663DF614}" destId="{928B615F-0F8D-4140-A638-0FBB8F5BF1E9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83051" y="811638"/>
          <a:ext cx="1713704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Project completion and documentation preparation</a:t>
          </a:r>
        </a:p>
      </dsp:txBody>
      <dsp:txXfrm>
        <a:off x="7400582" y="811638"/>
        <a:ext cx="1496172" cy="3246556"/>
      </dsp:txXfrm>
    </dsp:sp>
    <dsp:sp modelId="{C73DE52A-2F45-45E6-AD0E-D5BEAF609F8E}">
      <dsp:nvSpPr>
        <dsp:cNvPr id="0" name=""/>
        <dsp:cNvSpPr/>
      </dsp:nvSpPr>
      <dsp:spPr>
        <a:xfrm>
          <a:off x="7214171" y="60142"/>
          <a:ext cx="1670126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214171" y="60142"/>
        <a:ext cx="1670126" cy="811639"/>
      </dsp:txXfrm>
    </dsp:sp>
    <dsp:sp modelId="{FC0F1314-3294-4A8C-8DCE-EB53E236164C}">
      <dsp:nvSpPr>
        <dsp:cNvPr id="0" name=""/>
        <dsp:cNvSpPr/>
      </dsp:nvSpPr>
      <dsp:spPr>
        <a:xfrm>
          <a:off x="5631033" y="811638"/>
          <a:ext cx="1595676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Testing, debugging and performance optimization</a:t>
          </a:r>
          <a:endParaRPr lang="en-IN" sz="1800" kern="1200" dirty="0"/>
        </a:p>
      </dsp:txBody>
      <dsp:txXfrm>
        <a:off x="5833583" y="811638"/>
        <a:ext cx="1393127" cy="3043646"/>
      </dsp:txXfrm>
    </dsp:sp>
    <dsp:sp modelId="{2AAD338D-3122-4454-9A67-16BE024D44E3}">
      <dsp:nvSpPr>
        <dsp:cNvPr id="0" name=""/>
        <dsp:cNvSpPr/>
      </dsp:nvSpPr>
      <dsp:spPr>
        <a:xfrm>
          <a:off x="5789711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789711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511390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and backend integration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73656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511390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511390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233069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development, REST APIs, database integration</a:t>
          </a:r>
        </a:p>
      </dsp:txBody>
      <dsp:txXfrm>
        <a:off x="3395335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233069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233069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1954748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Java basics, OOP concepts, Spring Boot introduction</a:t>
          </a:r>
        </a:p>
      </dsp:txBody>
      <dsp:txXfrm>
        <a:off x="2117014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1954748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954748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11/01/2026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7"/>
            <a:ext cx="5514300" cy="19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Dr.Megala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</a:t>
            </a: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dirty="0" err="1"/>
              <a:t>B.Tech</a:t>
            </a:r>
            <a:r>
              <a:rPr lang="en-US" sz="2000" dirty="0"/>
              <a:t> – Computer Science &amp; Engineering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dirty="0"/>
              <a:t>Dr. Blessed Prince P</a:t>
            </a:r>
            <a:endParaRPr lang="en-US" sz="24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Sanjesh</a:t>
            </a:r>
            <a:endParaRPr lang="en-US" sz="2000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Java Full Stack Development Internship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9365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DHANUSH GOWDA B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BNP Paribas – Company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FE56AD6-04C3-424B-C544-D9A8285FC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BNP Paribas is a leading global banking and financial services organization headquartered in Paris, France, with a strong international reputation.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The company operates in more than 65 countries, maintaining a significant presence across Europe, Asia, and the Americas.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It provides a wide range of financial services to retail customers, corporates, institutions, and government organizations worldwide.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dirty="0"/>
              <a:t>BNP Paribas is known for its commitment to innovation, sustainability, and long-term growth in the global financial sector.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sz="2500" dirty="0"/>
              <a:t>Assigned Domain – Java Full Stack Development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Backend Development using Java and Spring Boot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RESTful API design and integration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Database interaction using SQL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Frontend integration using HTML, CSS, JavaScript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Team Structure</a:t>
            </a:r>
            <a:endParaRPr lang="en-US" dirty="0"/>
          </a:p>
          <a:p>
            <a:r>
              <a:rPr lang="en-US" dirty="0"/>
              <a:t>Working as a Java Full Stack Intern</a:t>
            </a:r>
          </a:p>
          <a:p>
            <a:r>
              <a:rPr lang="en-US" dirty="0"/>
              <a:t>Part of a development team that follows industry-standard practices</a:t>
            </a:r>
          </a:p>
          <a:p>
            <a:r>
              <a:rPr lang="en-US" dirty="0"/>
              <a:t>Team included senior developers, mentors, and team leaders.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Reporting &amp; Guidance</a:t>
            </a:r>
            <a:endParaRPr lang="en-US" dirty="0"/>
          </a:p>
          <a:p>
            <a:r>
              <a:rPr lang="en-US" dirty="0"/>
              <a:t>Assigned a reporting manager for task allocation and review</a:t>
            </a:r>
          </a:p>
          <a:p>
            <a:r>
              <a:rPr lang="en-US" dirty="0"/>
              <a:t>Regular guidance through meetings, code reviews, and feedback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PRE-INTERNSHIP PREPARATION &amp;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 Reviewed internship objectives, guidelines, and evaluation process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 Strengthened fundamentals in Java and Object-Oriented Programming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 Familiarized with Spring Boot and development environment setup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 Prepared to adapt to professional work culture and team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To gain real-time industry exposure in enterprise application development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To strengthen Java and backend development skills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To understand professional software development lifecycle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To develop secure and maintainable applications used in banking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473181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491" y="1567194"/>
            <a:ext cx="10115945" cy="220441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https://github.com/Dhanush-BU/CSE7302-Internship.git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7044</TotalTime>
  <Words>448</Words>
  <Application>Microsoft Office PowerPoint</Application>
  <PresentationFormat>Widescreen</PresentationFormat>
  <Paragraphs>75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BNP Paribas – Company Overview</vt:lpstr>
      <vt:lpstr>Working domain or the technology</vt:lpstr>
      <vt:lpstr>About your team and reporting Manager</vt:lpstr>
      <vt:lpstr>PRE-INTERNSHIP PREPARATION &amp; READINESS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UMESH B K</cp:lastModifiedBy>
  <cp:revision>719</cp:revision>
  <dcterms:created xsi:type="dcterms:W3CDTF">2022-10-14T07:18:17Z</dcterms:created>
  <dcterms:modified xsi:type="dcterms:W3CDTF">2026-01-11T01:45:35Z</dcterms:modified>
</cp:coreProperties>
</file>